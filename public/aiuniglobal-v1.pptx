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3DAA-6D86-D304-B6C7-8C2E0D899D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B5714D53-4811-6A78-A1B8-B8FDD4EB81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CC0B4CE0-F669-A1AE-8FED-EE4120B4CF61}"/>
              </a:ext>
            </a:extLst>
          </p:cNvPr>
          <p:cNvSpPr>
            <a:spLocks noGrp="1"/>
          </p:cNvSpPr>
          <p:nvPr>
            <p:ph type="dt" sz="half" idx="10"/>
          </p:nvPr>
        </p:nvSpPr>
        <p:spPr/>
        <p:txBody>
          <a:bodyPr/>
          <a:lstStyle/>
          <a:p>
            <a:fld id="{8B87DB8A-8E75-4AC0-9E1E-7DAEA3B838BF}" type="datetimeFigureOut">
              <a:rPr lang="en-MY" smtClean="0"/>
              <a:t>16/12/2025</a:t>
            </a:fld>
            <a:endParaRPr lang="en-MY"/>
          </a:p>
        </p:txBody>
      </p:sp>
      <p:sp>
        <p:nvSpPr>
          <p:cNvPr id="5" name="Footer Placeholder 4">
            <a:extLst>
              <a:ext uri="{FF2B5EF4-FFF2-40B4-BE49-F238E27FC236}">
                <a16:creationId xmlns:a16="http://schemas.microsoft.com/office/drawing/2014/main" id="{50FC69F5-4F34-9F33-C978-74C26E630F5B}"/>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989CF566-5240-1372-B0E9-B46B5EBBAAB6}"/>
              </a:ext>
            </a:extLst>
          </p:cNvPr>
          <p:cNvSpPr>
            <a:spLocks noGrp="1"/>
          </p:cNvSpPr>
          <p:nvPr>
            <p:ph type="sldNum" sz="quarter" idx="12"/>
          </p:nvPr>
        </p:nvSpPr>
        <p:spPr/>
        <p:txBody>
          <a:bodyPr/>
          <a:lstStyle/>
          <a:p>
            <a:fld id="{6D13A5EE-B9D6-4F50-8431-4C83078133C8}" type="slidenum">
              <a:rPr lang="en-MY" smtClean="0"/>
              <a:t>‹#›</a:t>
            </a:fld>
            <a:endParaRPr lang="en-MY"/>
          </a:p>
        </p:txBody>
      </p:sp>
    </p:spTree>
    <p:extLst>
      <p:ext uri="{BB962C8B-B14F-4D97-AF65-F5344CB8AC3E}">
        <p14:creationId xmlns:p14="http://schemas.microsoft.com/office/powerpoint/2010/main" val="996676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E96DB-C73A-069A-CE8B-92A77BA9C529}"/>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0E1BD801-7971-65FA-F2A6-32D9D0F472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88951F62-6999-9E6B-813C-8B19D19F55BC}"/>
              </a:ext>
            </a:extLst>
          </p:cNvPr>
          <p:cNvSpPr>
            <a:spLocks noGrp="1"/>
          </p:cNvSpPr>
          <p:nvPr>
            <p:ph type="dt" sz="half" idx="10"/>
          </p:nvPr>
        </p:nvSpPr>
        <p:spPr/>
        <p:txBody>
          <a:bodyPr/>
          <a:lstStyle/>
          <a:p>
            <a:fld id="{8B87DB8A-8E75-4AC0-9E1E-7DAEA3B838BF}" type="datetimeFigureOut">
              <a:rPr lang="en-MY" smtClean="0"/>
              <a:t>16/12/2025</a:t>
            </a:fld>
            <a:endParaRPr lang="en-MY"/>
          </a:p>
        </p:txBody>
      </p:sp>
      <p:sp>
        <p:nvSpPr>
          <p:cNvPr id="5" name="Footer Placeholder 4">
            <a:extLst>
              <a:ext uri="{FF2B5EF4-FFF2-40B4-BE49-F238E27FC236}">
                <a16:creationId xmlns:a16="http://schemas.microsoft.com/office/drawing/2014/main" id="{FD87588D-52AC-732B-B647-6EC6F0796F2E}"/>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4125AF82-4CC4-894C-8957-023F66C8B2F0}"/>
              </a:ext>
            </a:extLst>
          </p:cNvPr>
          <p:cNvSpPr>
            <a:spLocks noGrp="1"/>
          </p:cNvSpPr>
          <p:nvPr>
            <p:ph type="sldNum" sz="quarter" idx="12"/>
          </p:nvPr>
        </p:nvSpPr>
        <p:spPr/>
        <p:txBody>
          <a:bodyPr/>
          <a:lstStyle/>
          <a:p>
            <a:fld id="{6D13A5EE-B9D6-4F50-8431-4C83078133C8}" type="slidenum">
              <a:rPr lang="en-MY" smtClean="0"/>
              <a:t>‹#›</a:t>
            </a:fld>
            <a:endParaRPr lang="en-MY"/>
          </a:p>
        </p:txBody>
      </p:sp>
    </p:spTree>
    <p:extLst>
      <p:ext uri="{BB962C8B-B14F-4D97-AF65-F5344CB8AC3E}">
        <p14:creationId xmlns:p14="http://schemas.microsoft.com/office/powerpoint/2010/main" val="1885040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BAA34-C869-ACCF-B227-1D76362756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2E1C9757-2D91-A738-6C73-B85322C1F0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36FF70-3CB8-2D11-E6E9-569ADAA91A2B}"/>
              </a:ext>
            </a:extLst>
          </p:cNvPr>
          <p:cNvSpPr>
            <a:spLocks noGrp="1"/>
          </p:cNvSpPr>
          <p:nvPr>
            <p:ph type="dt" sz="half" idx="10"/>
          </p:nvPr>
        </p:nvSpPr>
        <p:spPr/>
        <p:txBody>
          <a:bodyPr/>
          <a:lstStyle/>
          <a:p>
            <a:fld id="{8B87DB8A-8E75-4AC0-9E1E-7DAEA3B838BF}" type="datetimeFigureOut">
              <a:rPr lang="en-MY" smtClean="0"/>
              <a:t>16/12/2025</a:t>
            </a:fld>
            <a:endParaRPr lang="en-MY"/>
          </a:p>
        </p:txBody>
      </p:sp>
      <p:sp>
        <p:nvSpPr>
          <p:cNvPr id="5" name="Footer Placeholder 4">
            <a:extLst>
              <a:ext uri="{FF2B5EF4-FFF2-40B4-BE49-F238E27FC236}">
                <a16:creationId xmlns:a16="http://schemas.microsoft.com/office/drawing/2014/main" id="{01517216-B3AF-80FD-3FD9-7A5B63B3B4E4}"/>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9A19AC20-D8C2-D33C-206A-C371D1739D00}"/>
              </a:ext>
            </a:extLst>
          </p:cNvPr>
          <p:cNvSpPr>
            <a:spLocks noGrp="1"/>
          </p:cNvSpPr>
          <p:nvPr>
            <p:ph type="sldNum" sz="quarter" idx="12"/>
          </p:nvPr>
        </p:nvSpPr>
        <p:spPr/>
        <p:txBody>
          <a:bodyPr/>
          <a:lstStyle/>
          <a:p>
            <a:fld id="{6D13A5EE-B9D6-4F50-8431-4C83078133C8}" type="slidenum">
              <a:rPr lang="en-MY" smtClean="0"/>
              <a:t>‹#›</a:t>
            </a:fld>
            <a:endParaRPr lang="en-MY"/>
          </a:p>
        </p:txBody>
      </p:sp>
    </p:spTree>
    <p:extLst>
      <p:ext uri="{BB962C8B-B14F-4D97-AF65-F5344CB8AC3E}">
        <p14:creationId xmlns:p14="http://schemas.microsoft.com/office/powerpoint/2010/main" val="4075977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47342-2BC1-C635-C0C7-00C4CEF83F81}"/>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BDC8E82B-E536-69E5-F002-AC2C013AC0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8704BCAF-D91B-F94F-E31F-EC29CA786C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2D5FCBC6-4C87-5493-460D-99DE2CC1F885}"/>
              </a:ext>
            </a:extLst>
          </p:cNvPr>
          <p:cNvSpPr>
            <a:spLocks noGrp="1"/>
          </p:cNvSpPr>
          <p:nvPr>
            <p:ph type="dt" sz="half" idx="10"/>
          </p:nvPr>
        </p:nvSpPr>
        <p:spPr/>
        <p:txBody>
          <a:bodyPr/>
          <a:lstStyle/>
          <a:p>
            <a:fld id="{8B87DB8A-8E75-4AC0-9E1E-7DAEA3B838BF}" type="datetimeFigureOut">
              <a:rPr lang="en-MY" smtClean="0"/>
              <a:t>16/12/2025</a:t>
            </a:fld>
            <a:endParaRPr lang="en-MY"/>
          </a:p>
        </p:txBody>
      </p:sp>
      <p:sp>
        <p:nvSpPr>
          <p:cNvPr id="6" name="Footer Placeholder 5">
            <a:extLst>
              <a:ext uri="{FF2B5EF4-FFF2-40B4-BE49-F238E27FC236}">
                <a16:creationId xmlns:a16="http://schemas.microsoft.com/office/drawing/2014/main" id="{97F7DC73-3348-51C9-31E2-D0366EE9CD6B}"/>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EC2E7911-7DC0-5706-E6A0-4F4B1B02B39E}"/>
              </a:ext>
            </a:extLst>
          </p:cNvPr>
          <p:cNvSpPr>
            <a:spLocks noGrp="1"/>
          </p:cNvSpPr>
          <p:nvPr>
            <p:ph type="sldNum" sz="quarter" idx="12"/>
          </p:nvPr>
        </p:nvSpPr>
        <p:spPr/>
        <p:txBody>
          <a:bodyPr/>
          <a:lstStyle/>
          <a:p>
            <a:fld id="{6D13A5EE-B9D6-4F50-8431-4C83078133C8}" type="slidenum">
              <a:rPr lang="en-MY" smtClean="0"/>
              <a:t>‹#›</a:t>
            </a:fld>
            <a:endParaRPr lang="en-MY"/>
          </a:p>
        </p:txBody>
      </p:sp>
    </p:spTree>
    <p:extLst>
      <p:ext uri="{BB962C8B-B14F-4D97-AF65-F5344CB8AC3E}">
        <p14:creationId xmlns:p14="http://schemas.microsoft.com/office/powerpoint/2010/main" val="527436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CC4BA-D891-AC85-A285-B6AFF67B1D4D}"/>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530BD978-32DF-530A-E8CD-B172BE5F31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BAE40A-2EA5-E613-25D2-ECEDC10FD8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EC6C09C9-7C28-5C47-2E7C-8985424765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8364B1-19BA-3092-2E1A-7853AEB968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EBF1481C-C9E7-7CF4-D99F-F5C74601A67F}"/>
              </a:ext>
            </a:extLst>
          </p:cNvPr>
          <p:cNvSpPr>
            <a:spLocks noGrp="1"/>
          </p:cNvSpPr>
          <p:nvPr>
            <p:ph type="dt" sz="half" idx="10"/>
          </p:nvPr>
        </p:nvSpPr>
        <p:spPr/>
        <p:txBody>
          <a:bodyPr/>
          <a:lstStyle/>
          <a:p>
            <a:fld id="{8B87DB8A-8E75-4AC0-9E1E-7DAEA3B838BF}" type="datetimeFigureOut">
              <a:rPr lang="en-MY" smtClean="0"/>
              <a:t>16/12/2025</a:t>
            </a:fld>
            <a:endParaRPr lang="en-MY"/>
          </a:p>
        </p:txBody>
      </p:sp>
      <p:sp>
        <p:nvSpPr>
          <p:cNvPr id="8" name="Footer Placeholder 7">
            <a:extLst>
              <a:ext uri="{FF2B5EF4-FFF2-40B4-BE49-F238E27FC236}">
                <a16:creationId xmlns:a16="http://schemas.microsoft.com/office/drawing/2014/main" id="{21338E57-CF10-E02B-ED4B-A0EB69250C28}"/>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C7BC8EE2-D999-A232-3FA2-911B4AAAEE45}"/>
              </a:ext>
            </a:extLst>
          </p:cNvPr>
          <p:cNvSpPr>
            <a:spLocks noGrp="1"/>
          </p:cNvSpPr>
          <p:nvPr>
            <p:ph type="sldNum" sz="quarter" idx="12"/>
          </p:nvPr>
        </p:nvSpPr>
        <p:spPr/>
        <p:txBody>
          <a:bodyPr/>
          <a:lstStyle/>
          <a:p>
            <a:fld id="{6D13A5EE-B9D6-4F50-8431-4C83078133C8}" type="slidenum">
              <a:rPr lang="en-MY" smtClean="0"/>
              <a:t>‹#›</a:t>
            </a:fld>
            <a:endParaRPr lang="en-MY"/>
          </a:p>
        </p:txBody>
      </p:sp>
    </p:spTree>
    <p:extLst>
      <p:ext uri="{BB962C8B-B14F-4D97-AF65-F5344CB8AC3E}">
        <p14:creationId xmlns:p14="http://schemas.microsoft.com/office/powerpoint/2010/main" val="3689139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631C9-0CA3-76AE-25F6-23918DF0D6FE}"/>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441A5E61-C676-D141-0077-0C5676E62347}"/>
              </a:ext>
            </a:extLst>
          </p:cNvPr>
          <p:cNvSpPr>
            <a:spLocks noGrp="1"/>
          </p:cNvSpPr>
          <p:nvPr>
            <p:ph type="dt" sz="half" idx="10"/>
          </p:nvPr>
        </p:nvSpPr>
        <p:spPr/>
        <p:txBody>
          <a:bodyPr/>
          <a:lstStyle/>
          <a:p>
            <a:fld id="{8B87DB8A-8E75-4AC0-9E1E-7DAEA3B838BF}" type="datetimeFigureOut">
              <a:rPr lang="en-MY" smtClean="0"/>
              <a:t>16/12/2025</a:t>
            </a:fld>
            <a:endParaRPr lang="en-MY"/>
          </a:p>
        </p:txBody>
      </p:sp>
      <p:sp>
        <p:nvSpPr>
          <p:cNvPr id="4" name="Footer Placeholder 3">
            <a:extLst>
              <a:ext uri="{FF2B5EF4-FFF2-40B4-BE49-F238E27FC236}">
                <a16:creationId xmlns:a16="http://schemas.microsoft.com/office/drawing/2014/main" id="{32A0C3A8-B369-E8A3-7C59-69929E4BBFD6}"/>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18548282-93ED-A08D-AFE0-3F4CB341D01C}"/>
              </a:ext>
            </a:extLst>
          </p:cNvPr>
          <p:cNvSpPr>
            <a:spLocks noGrp="1"/>
          </p:cNvSpPr>
          <p:nvPr>
            <p:ph type="sldNum" sz="quarter" idx="12"/>
          </p:nvPr>
        </p:nvSpPr>
        <p:spPr/>
        <p:txBody>
          <a:bodyPr/>
          <a:lstStyle/>
          <a:p>
            <a:fld id="{6D13A5EE-B9D6-4F50-8431-4C83078133C8}" type="slidenum">
              <a:rPr lang="en-MY" smtClean="0"/>
              <a:t>‹#›</a:t>
            </a:fld>
            <a:endParaRPr lang="en-MY"/>
          </a:p>
        </p:txBody>
      </p:sp>
    </p:spTree>
    <p:extLst>
      <p:ext uri="{BB962C8B-B14F-4D97-AF65-F5344CB8AC3E}">
        <p14:creationId xmlns:p14="http://schemas.microsoft.com/office/powerpoint/2010/main" val="1443212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152DCB-11CA-EDB3-CF2F-A09A0F03FF14}"/>
              </a:ext>
            </a:extLst>
          </p:cNvPr>
          <p:cNvSpPr>
            <a:spLocks noGrp="1"/>
          </p:cNvSpPr>
          <p:nvPr>
            <p:ph type="dt" sz="half" idx="10"/>
          </p:nvPr>
        </p:nvSpPr>
        <p:spPr/>
        <p:txBody>
          <a:bodyPr/>
          <a:lstStyle/>
          <a:p>
            <a:fld id="{8B87DB8A-8E75-4AC0-9E1E-7DAEA3B838BF}" type="datetimeFigureOut">
              <a:rPr lang="en-MY" smtClean="0"/>
              <a:t>16/12/2025</a:t>
            </a:fld>
            <a:endParaRPr lang="en-MY"/>
          </a:p>
        </p:txBody>
      </p:sp>
      <p:sp>
        <p:nvSpPr>
          <p:cNvPr id="3" name="Footer Placeholder 2">
            <a:extLst>
              <a:ext uri="{FF2B5EF4-FFF2-40B4-BE49-F238E27FC236}">
                <a16:creationId xmlns:a16="http://schemas.microsoft.com/office/drawing/2014/main" id="{EB27056C-288E-742B-9EEC-DFCDCC961683}"/>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7506E445-8438-29B9-FD12-868136D138F2}"/>
              </a:ext>
            </a:extLst>
          </p:cNvPr>
          <p:cNvSpPr>
            <a:spLocks noGrp="1"/>
          </p:cNvSpPr>
          <p:nvPr>
            <p:ph type="sldNum" sz="quarter" idx="12"/>
          </p:nvPr>
        </p:nvSpPr>
        <p:spPr/>
        <p:txBody>
          <a:bodyPr/>
          <a:lstStyle/>
          <a:p>
            <a:fld id="{6D13A5EE-B9D6-4F50-8431-4C83078133C8}" type="slidenum">
              <a:rPr lang="en-MY" smtClean="0"/>
              <a:t>‹#›</a:t>
            </a:fld>
            <a:endParaRPr lang="en-MY"/>
          </a:p>
        </p:txBody>
      </p:sp>
    </p:spTree>
    <p:extLst>
      <p:ext uri="{BB962C8B-B14F-4D97-AF65-F5344CB8AC3E}">
        <p14:creationId xmlns:p14="http://schemas.microsoft.com/office/powerpoint/2010/main" val="242687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EC6AA-411E-69F8-96F8-DDC368DF66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4A2A29A8-CF4B-870E-F29D-7B724858B3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CBE72864-17BC-0113-1893-236E4F6325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3CE099-0BB9-C6F4-D927-D0BF38C6DA1E}"/>
              </a:ext>
            </a:extLst>
          </p:cNvPr>
          <p:cNvSpPr>
            <a:spLocks noGrp="1"/>
          </p:cNvSpPr>
          <p:nvPr>
            <p:ph type="dt" sz="half" idx="10"/>
          </p:nvPr>
        </p:nvSpPr>
        <p:spPr/>
        <p:txBody>
          <a:bodyPr/>
          <a:lstStyle/>
          <a:p>
            <a:fld id="{8B87DB8A-8E75-4AC0-9E1E-7DAEA3B838BF}" type="datetimeFigureOut">
              <a:rPr lang="en-MY" smtClean="0"/>
              <a:t>16/12/2025</a:t>
            </a:fld>
            <a:endParaRPr lang="en-MY"/>
          </a:p>
        </p:txBody>
      </p:sp>
      <p:sp>
        <p:nvSpPr>
          <p:cNvPr id="6" name="Footer Placeholder 5">
            <a:extLst>
              <a:ext uri="{FF2B5EF4-FFF2-40B4-BE49-F238E27FC236}">
                <a16:creationId xmlns:a16="http://schemas.microsoft.com/office/drawing/2014/main" id="{0D689950-F625-15C4-331C-1088EAE568FC}"/>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7904B493-61FC-33A2-046B-86F9BBE1DF94}"/>
              </a:ext>
            </a:extLst>
          </p:cNvPr>
          <p:cNvSpPr>
            <a:spLocks noGrp="1"/>
          </p:cNvSpPr>
          <p:nvPr>
            <p:ph type="sldNum" sz="quarter" idx="12"/>
          </p:nvPr>
        </p:nvSpPr>
        <p:spPr/>
        <p:txBody>
          <a:bodyPr/>
          <a:lstStyle/>
          <a:p>
            <a:fld id="{6D13A5EE-B9D6-4F50-8431-4C83078133C8}" type="slidenum">
              <a:rPr lang="en-MY" smtClean="0"/>
              <a:t>‹#›</a:t>
            </a:fld>
            <a:endParaRPr lang="en-MY"/>
          </a:p>
        </p:txBody>
      </p:sp>
    </p:spTree>
    <p:extLst>
      <p:ext uri="{BB962C8B-B14F-4D97-AF65-F5344CB8AC3E}">
        <p14:creationId xmlns:p14="http://schemas.microsoft.com/office/powerpoint/2010/main" val="1175544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65C30-2927-717D-59B4-D3A9CACBCC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9B878C4D-F2A0-6075-C26F-CB0D8C256B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6B5B40E0-4AA8-8737-8D9E-7D0F644277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EF827B-6BA5-0D52-E883-17333FA959DF}"/>
              </a:ext>
            </a:extLst>
          </p:cNvPr>
          <p:cNvSpPr>
            <a:spLocks noGrp="1"/>
          </p:cNvSpPr>
          <p:nvPr>
            <p:ph type="dt" sz="half" idx="10"/>
          </p:nvPr>
        </p:nvSpPr>
        <p:spPr/>
        <p:txBody>
          <a:bodyPr/>
          <a:lstStyle/>
          <a:p>
            <a:fld id="{8B87DB8A-8E75-4AC0-9E1E-7DAEA3B838BF}" type="datetimeFigureOut">
              <a:rPr lang="en-MY" smtClean="0"/>
              <a:t>16/12/2025</a:t>
            </a:fld>
            <a:endParaRPr lang="en-MY"/>
          </a:p>
        </p:txBody>
      </p:sp>
      <p:sp>
        <p:nvSpPr>
          <p:cNvPr id="6" name="Footer Placeholder 5">
            <a:extLst>
              <a:ext uri="{FF2B5EF4-FFF2-40B4-BE49-F238E27FC236}">
                <a16:creationId xmlns:a16="http://schemas.microsoft.com/office/drawing/2014/main" id="{648B0717-2A18-204E-6D98-3FB328DE3DB2}"/>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4856A375-3B46-2473-AAA3-6064CEA0F88C}"/>
              </a:ext>
            </a:extLst>
          </p:cNvPr>
          <p:cNvSpPr>
            <a:spLocks noGrp="1"/>
          </p:cNvSpPr>
          <p:nvPr>
            <p:ph type="sldNum" sz="quarter" idx="12"/>
          </p:nvPr>
        </p:nvSpPr>
        <p:spPr/>
        <p:txBody>
          <a:bodyPr/>
          <a:lstStyle/>
          <a:p>
            <a:fld id="{6D13A5EE-B9D6-4F50-8431-4C83078133C8}" type="slidenum">
              <a:rPr lang="en-MY" smtClean="0"/>
              <a:t>‹#›</a:t>
            </a:fld>
            <a:endParaRPr lang="en-MY"/>
          </a:p>
        </p:txBody>
      </p:sp>
    </p:spTree>
    <p:extLst>
      <p:ext uri="{BB962C8B-B14F-4D97-AF65-F5344CB8AC3E}">
        <p14:creationId xmlns:p14="http://schemas.microsoft.com/office/powerpoint/2010/main" val="2544878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AC72C-DA9F-B6F3-0D89-7BF897AD47D8}"/>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9BBB54F8-5520-DCC7-25C8-6991FF4304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588C7E91-021A-A7CA-6A0E-E3703374F12B}"/>
              </a:ext>
            </a:extLst>
          </p:cNvPr>
          <p:cNvSpPr>
            <a:spLocks noGrp="1"/>
          </p:cNvSpPr>
          <p:nvPr>
            <p:ph type="dt" sz="half" idx="10"/>
          </p:nvPr>
        </p:nvSpPr>
        <p:spPr/>
        <p:txBody>
          <a:bodyPr/>
          <a:lstStyle/>
          <a:p>
            <a:fld id="{8B87DB8A-8E75-4AC0-9E1E-7DAEA3B838BF}" type="datetimeFigureOut">
              <a:rPr lang="en-MY" smtClean="0"/>
              <a:t>16/12/2025</a:t>
            </a:fld>
            <a:endParaRPr lang="en-MY"/>
          </a:p>
        </p:txBody>
      </p:sp>
      <p:sp>
        <p:nvSpPr>
          <p:cNvPr id="5" name="Footer Placeholder 4">
            <a:extLst>
              <a:ext uri="{FF2B5EF4-FFF2-40B4-BE49-F238E27FC236}">
                <a16:creationId xmlns:a16="http://schemas.microsoft.com/office/drawing/2014/main" id="{1DBC0A99-7412-CCD5-035F-3CB652842120}"/>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55802D1E-4510-082A-6928-D40AB186E033}"/>
              </a:ext>
            </a:extLst>
          </p:cNvPr>
          <p:cNvSpPr>
            <a:spLocks noGrp="1"/>
          </p:cNvSpPr>
          <p:nvPr>
            <p:ph type="sldNum" sz="quarter" idx="12"/>
          </p:nvPr>
        </p:nvSpPr>
        <p:spPr/>
        <p:txBody>
          <a:bodyPr/>
          <a:lstStyle/>
          <a:p>
            <a:fld id="{6D13A5EE-B9D6-4F50-8431-4C83078133C8}" type="slidenum">
              <a:rPr lang="en-MY" smtClean="0"/>
              <a:t>‹#›</a:t>
            </a:fld>
            <a:endParaRPr lang="en-MY"/>
          </a:p>
        </p:txBody>
      </p:sp>
    </p:spTree>
    <p:extLst>
      <p:ext uri="{BB962C8B-B14F-4D97-AF65-F5344CB8AC3E}">
        <p14:creationId xmlns:p14="http://schemas.microsoft.com/office/powerpoint/2010/main" val="589084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2D2A40-0231-7731-38E5-9FB7CC5BE12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DA8CABF9-87D7-4176-4727-78711C1017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156EBD8C-E62A-27E4-AF19-1ED20697EF9E}"/>
              </a:ext>
            </a:extLst>
          </p:cNvPr>
          <p:cNvSpPr>
            <a:spLocks noGrp="1"/>
          </p:cNvSpPr>
          <p:nvPr>
            <p:ph type="dt" sz="half" idx="10"/>
          </p:nvPr>
        </p:nvSpPr>
        <p:spPr/>
        <p:txBody>
          <a:bodyPr/>
          <a:lstStyle/>
          <a:p>
            <a:fld id="{8B87DB8A-8E75-4AC0-9E1E-7DAEA3B838BF}" type="datetimeFigureOut">
              <a:rPr lang="en-MY" smtClean="0"/>
              <a:t>16/12/2025</a:t>
            </a:fld>
            <a:endParaRPr lang="en-MY"/>
          </a:p>
        </p:txBody>
      </p:sp>
      <p:sp>
        <p:nvSpPr>
          <p:cNvPr id="5" name="Footer Placeholder 4">
            <a:extLst>
              <a:ext uri="{FF2B5EF4-FFF2-40B4-BE49-F238E27FC236}">
                <a16:creationId xmlns:a16="http://schemas.microsoft.com/office/drawing/2014/main" id="{CDB4155D-990F-E18E-947F-76AB1C12C739}"/>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0605B3A8-0BA6-3AD0-A5F8-484C382B7DF0}"/>
              </a:ext>
            </a:extLst>
          </p:cNvPr>
          <p:cNvSpPr>
            <a:spLocks noGrp="1"/>
          </p:cNvSpPr>
          <p:nvPr>
            <p:ph type="sldNum" sz="quarter" idx="12"/>
          </p:nvPr>
        </p:nvSpPr>
        <p:spPr/>
        <p:txBody>
          <a:bodyPr/>
          <a:lstStyle/>
          <a:p>
            <a:fld id="{6D13A5EE-B9D6-4F50-8431-4C83078133C8}" type="slidenum">
              <a:rPr lang="en-MY" smtClean="0"/>
              <a:t>‹#›</a:t>
            </a:fld>
            <a:endParaRPr lang="en-MY"/>
          </a:p>
        </p:txBody>
      </p:sp>
    </p:spTree>
    <p:extLst>
      <p:ext uri="{BB962C8B-B14F-4D97-AF65-F5344CB8AC3E}">
        <p14:creationId xmlns:p14="http://schemas.microsoft.com/office/powerpoint/2010/main" val="1864110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92859C-D78C-614B-67CD-A7C95CFA84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2441220E-1B9D-1CA2-9A40-73D329914D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DF2CE3BB-C257-2DE1-3849-3EF6D0D488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87DB8A-8E75-4AC0-9E1E-7DAEA3B838BF}" type="datetimeFigureOut">
              <a:rPr lang="en-MY" smtClean="0"/>
              <a:t>16/12/2025</a:t>
            </a:fld>
            <a:endParaRPr lang="en-MY"/>
          </a:p>
        </p:txBody>
      </p:sp>
      <p:sp>
        <p:nvSpPr>
          <p:cNvPr id="5" name="Footer Placeholder 4">
            <a:extLst>
              <a:ext uri="{FF2B5EF4-FFF2-40B4-BE49-F238E27FC236}">
                <a16:creationId xmlns:a16="http://schemas.microsoft.com/office/drawing/2014/main" id="{128BEC59-2D51-A94F-AD1F-26FA098106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Y"/>
          </a:p>
        </p:txBody>
      </p:sp>
      <p:sp>
        <p:nvSpPr>
          <p:cNvPr id="6" name="Slide Number Placeholder 5">
            <a:extLst>
              <a:ext uri="{FF2B5EF4-FFF2-40B4-BE49-F238E27FC236}">
                <a16:creationId xmlns:a16="http://schemas.microsoft.com/office/drawing/2014/main" id="{5B8D6C54-4B46-F144-78A8-B6AFDD19B6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13A5EE-B9D6-4F50-8431-4C83078133C8}" type="slidenum">
              <a:rPr lang="en-MY" smtClean="0"/>
              <a:t>‹#›</a:t>
            </a:fld>
            <a:endParaRPr lang="en-MY"/>
          </a:p>
        </p:txBody>
      </p:sp>
    </p:spTree>
    <p:extLst>
      <p:ext uri="{BB962C8B-B14F-4D97-AF65-F5344CB8AC3E}">
        <p14:creationId xmlns:p14="http://schemas.microsoft.com/office/powerpoint/2010/main" val="1634540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0BAC3-D192-D060-D4F7-AC99AF3A34E7}"/>
              </a:ext>
            </a:extLst>
          </p:cNvPr>
          <p:cNvSpPr>
            <a:spLocks noGrp="1"/>
          </p:cNvSpPr>
          <p:nvPr>
            <p:ph type="ctrTitle"/>
          </p:nvPr>
        </p:nvSpPr>
        <p:spPr/>
        <p:txBody>
          <a:bodyPr/>
          <a:lstStyle/>
          <a:p>
            <a:endParaRPr lang="en-MY" dirty="0"/>
          </a:p>
        </p:txBody>
      </p:sp>
      <p:sp>
        <p:nvSpPr>
          <p:cNvPr id="3" name="Subtitle 2">
            <a:extLst>
              <a:ext uri="{FF2B5EF4-FFF2-40B4-BE49-F238E27FC236}">
                <a16:creationId xmlns:a16="http://schemas.microsoft.com/office/drawing/2014/main" id="{BD374AD8-DBCC-EBE4-A44D-70F10051C550}"/>
              </a:ext>
            </a:extLst>
          </p:cNvPr>
          <p:cNvSpPr>
            <a:spLocks noGrp="1"/>
          </p:cNvSpPr>
          <p:nvPr>
            <p:ph type="subTitle" idx="1"/>
          </p:nvPr>
        </p:nvSpPr>
        <p:spPr/>
        <p:txBody>
          <a:bodyPr>
            <a:normAutofit fontScale="62500" lnSpcReduction="20000"/>
          </a:bodyPr>
          <a:lstStyle/>
          <a:p>
            <a:r>
              <a:rPr lang="en-US" b="1" dirty="0"/>
              <a:t>"What is AI Intelligence Universe?"</a:t>
            </a:r>
            <a:endParaRPr lang="en-US" dirty="0"/>
          </a:p>
          <a:p>
            <a:r>
              <a:rPr lang="en-US" dirty="0"/>
              <a:t>"The </a:t>
            </a:r>
            <a:r>
              <a:rPr lang="en-US" b="1" dirty="0"/>
              <a:t>AI Intelligence Universe</a:t>
            </a:r>
            <a:r>
              <a:rPr lang="en-US" dirty="0"/>
              <a:t> is our advanced, mission-critical platform that provides a </a:t>
            </a:r>
            <a:r>
              <a:rPr lang="en-US" b="1" dirty="0"/>
              <a:t>real-time, machine learning-powered pulse</a:t>
            </a:r>
            <a:r>
              <a:rPr lang="en-US" dirty="0"/>
              <a:t> on your entire digital ecosystem—from cloud environments to on-premise infrastructure. We move beyond outdated, reactive monitoring to deliver true </a:t>
            </a:r>
            <a:r>
              <a:rPr lang="en-US" b="1" dirty="0"/>
              <a:t>predictive operational insights</a:t>
            </a:r>
            <a:r>
              <a:rPr lang="en-US" dirty="0"/>
              <a:t>. This platform doesn't just tell you </a:t>
            </a:r>
            <a:r>
              <a:rPr lang="en-US" i="1" dirty="0"/>
              <a:t>what</a:t>
            </a:r>
            <a:r>
              <a:rPr lang="en-US" dirty="0"/>
              <a:t> happened; it uses advanced AI to learn system dynamics and tell you </a:t>
            </a:r>
            <a:r>
              <a:rPr lang="en-US" b="1" dirty="0"/>
              <a:t>what is </a:t>
            </a:r>
            <a:r>
              <a:rPr lang="en-US" b="1" i="1" dirty="0"/>
              <a:t>about</a:t>
            </a:r>
            <a:r>
              <a:rPr lang="en-US" b="1" dirty="0"/>
              <a:t> to happen</a:t>
            </a:r>
            <a:r>
              <a:rPr lang="en-US" dirty="0"/>
              <a:t>, preventing issues before they impact the business. It is the single, unified source of truth for </a:t>
            </a:r>
            <a:r>
              <a:rPr lang="en-US" b="1" dirty="0"/>
              <a:t>peak performance, proactive stability, and actionable live insights</a:t>
            </a:r>
            <a:r>
              <a:rPr lang="en-US" dirty="0"/>
              <a:t> across all complex digital systems."</a:t>
            </a:r>
          </a:p>
          <a:p>
            <a:endParaRPr lang="en-MY" dirty="0"/>
          </a:p>
        </p:txBody>
      </p:sp>
    </p:spTree>
    <p:extLst>
      <p:ext uri="{BB962C8B-B14F-4D97-AF65-F5344CB8AC3E}">
        <p14:creationId xmlns:p14="http://schemas.microsoft.com/office/powerpoint/2010/main" val="1747171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06433-95B9-CB85-FD3B-B01112B80A0B}"/>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5273F109-9A49-20C9-3326-7CF4B1FC823E}"/>
              </a:ext>
            </a:extLst>
          </p:cNvPr>
          <p:cNvSpPr>
            <a:spLocks noGrp="1"/>
          </p:cNvSpPr>
          <p:nvPr>
            <p:ph idx="1"/>
          </p:nvPr>
        </p:nvSpPr>
        <p:spPr/>
        <p:txBody>
          <a:bodyPr>
            <a:normAutofit lnSpcReduction="10000"/>
          </a:bodyPr>
          <a:lstStyle/>
          <a:p>
            <a:r>
              <a:rPr lang="en-US" b="1" dirty="0"/>
              <a:t>"Tell me about the AI Family Universe."</a:t>
            </a:r>
            <a:endParaRPr lang="en-US" dirty="0"/>
          </a:p>
          <a:p>
            <a:r>
              <a:rPr lang="en-US" dirty="0"/>
              <a:t>"The </a:t>
            </a:r>
            <a:r>
              <a:rPr lang="en-US" b="1" dirty="0"/>
              <a:t>AI Family Universe</a:t>
            </a:r>
            <a:r>
              <a:rPr lang="en-US" dirty="0"/>
              <a:t> is a revolutionary connected platform designed to elevate the modern family experience. It goes beyond simple scheduling, acting as a supportive core that </a:t>
            </a:r>
            <a:r>
              <a:rPr lang="en-US" b="1" dirty="0"/>
              <a:t>harmonizes creative engagement with the demands of daily life</a:t>
            </a:r>
            <a:r>
              <a:rPr lang="en-US" dirty="0"/>
              <a:t>. Leveraging deep AI, the platform delivers </a:t>
            </a:r>
            <a:r>
              <a:rPr lang="en-US" b="1" dirty="0"/>
              <a:t>real-time, actionable insights</a:t>
            </a:r>
            <a:r>
              <a:rPr lang="en-US" dirty="0"/>
              <a:t> into family well-being, learning patterns, and emotional development. It empowers the holistic growth of children—just like our digital companions, Janvi and Gagan—by providing personalized guidance, smart routine automation, and tools for deeper connection, helping parents be more present and effective in fostering their children's potential."</a:t>
            </a:r>
          </a:p>
          <a:p>
            <a:endParaRPr lang="en-MY" dirty="0"/>
          </a:p>
        </p:txBody>
      </p:sp>
    </p:spTree>
    <p:extLst>
      <p:ext uri="{BB962C8B-B14F-4D97-AF65-F5344CB8AC3E}">
        <p14:creationId xmlns:p14="http://schemas.microsoft.com/office/powerpoint/2010/main" val="1524854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D7597-E47F-2F1C-4175-3625818CC149}"/>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1CA41B77-A906-94C1-DFB4-2DC5C5922F0F}"/>
              </a:ext>
            </a:extLst>
          </p:cNvPr>
          <p:cNvSpPr>
            <a:spLocks noGrp="1"/>
          </p:cNvSpPr>
          <p:nvPr>
            <p:ph idx="1"/>
          </p:nvPr>
        </p:nvSpPr>
        <p:spPr/>
        <p:txBody>
          <a:bodyPr>
            <a:normAutofit lnSpcReduction="10000"/>
          </a:bodyPr>
          <a:lstStyle/>
          <a:p>
            <a:r>
              <a:rPr lang="en-US" b="1" dirty="0"/>
              <a:t>"How does AI Shopping Hub Universe work?"</a:t>
            </a:r>
            <a:endParaRPr lang="en-US" dirty="0"/>
          </a:p>
          <a:p>
            <a:r>
              <a:rPr lang="en-US" dirty="0"/>
              <a:t>"Our </a:t>
            </a:r>
            <a:r>
              <a:rPr lang="en-US" b="1" dirty="0"/>
              <a:t>AI Shopping Hub Universe</a:t>
            </a:r>
            <a:r>
              <a:rPr lang="en-US" dirty="0"/>
              <a:t> transforms every click into a perfectly tailored experience. Powered by a deep artificial intelligence engine, this next-generation commerce platform doesn't just sell—it </a:t>
            </a:r>
            <a:r>
              <a:rPr lang="en-US" b="1" dirty="0"/>
              <a:t>anticipates</a:t>
            </a:r>
            <a:r>
              <a:rPr lang="en-US" dirty="0"/>
              <a:t> your needs. We redefine retail by learning your unique style, preferences, and lifestyle in real time. The platform automates complex operations in the background, from </a:t>
            </a:r>
            <a:r>
              <a:rPr lang="en-US" b="1" dirty="0"/>
              <a:t>predicting the products you'll love</a:t>
            </a:r>
            <a:r>
              <a:rPr lang="en-US" dirty="0"/>
              <a:t> to streamlining checkout, allowing you to skip the noise and enjoy a truly </a:t>
            </a:r>
            <a:r>
              <a:rPr lang="en-US" b="1" dirty="0"/>
              <a:t>frictionless, personalized shopping journey</a:t>
            </a:r>
            <a:r>
              <a:rPr lang="en-US" dirty="0"/>
              <a:t>. </a:t>
            </a:r>
            <a:r>
              <a:rPr lang="en-US"/>
              <a:t>It’s like having a </a:t>
            </a:r>
            <a:r>
              <a:rPr lang="en-US" b="1"/>
              <a:t>highly intuitive personal shopper</a:t>
            </a:r>
            <a:r>
              <a:rPr lang="en-US"/>
              <a:t> available 24/7, making life easier and more rewarding for both consumers and businesses."</a:t>
            </a:r>
          </a:p>
          <a:p>
            <a:endParaRPr lang="en-MY"/>
          </a:p>
        </p:txBody>
      </p:sp>
    </p:spTree>
    <p:extLst>
      <p:ext uri="{BB962C8B-B14F-4D97-AF65-F5344CB8AC3E}">
        <p14:creationId xmlns:p14="http://schemas.microsoft.com/office/powerpoint/2010/main" val="2813346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350</Words>
  <Application>Microsoft Office PowerPoint</Application>
  <PresentationFormat>Widescreen</PresentationFormat>
  <Paragraphs>6</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HARIBABU KASIRALLA</dc:creator>
  <cp:lastModifiedBy>HARIBABU KASIRALLA</cp:lastModifiedBy>
  <cp:revision>3</cp:revision>
  <dcterms:created xsi:type="dcterms:W3CDTF">2025-12-16T03:40:33Z</dcterms:created>
  <dcterms:modified xsi:type="dcterms:W3CDTF">2025-12-16T03:41:40Z</dcterms:modified>
</cp:coreProperties>
</file>